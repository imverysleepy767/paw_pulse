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56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C9695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A849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0" descr="/home/claude/pptx_work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PawPulse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PawPulse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6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Pet Health Tracking Mobile Application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5669280" cy="1554480"/>
          </a:xfrm>
          <a:prstGeom prst="roundRect">
            <a:avLst>
              <a:gd name="adj" fmla="val 7059"/>
            </a:avLst>
          </a:prstGeom>
          <a:solidFill>
            <a:srgbClr val="A8493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/>
          <p:nvPr/>
        </p:nvSpPr>
        <p:spPr>
          <a:xfrm>
            <a:off x="914400" y="44805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Yum Yi Heng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2503568D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TC19 / PC21  ·  Module: CIT2C18 Mobile App Development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PawPulse?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companion app for busy pet owners to track their pet's health, connect with trainers, and stay engaged through smart reminders and AI-powered insights.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508760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/home/claude/pptx_work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7980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Health Logging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weight, calories, sleep &amp; rest for every pet, every day.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2331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416552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/home/claude/pptx_work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7980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Guidance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 + photo-based calorie estimation using Gemini AI.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2331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7324344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/home/claude/pptx_work/user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7980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Multi-Method Auth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47104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Google, Phone/SMS, Biometric lock, and more.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72016" y="2331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10232136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/home/claude/pptx_work/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7980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Payments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54896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pet feed, trainer marketplace, real NETS QR payments.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3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Account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Excellent-tier requirement: core auth + 2 extra methods + 2 extra account-management features, none taught in class.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(taught)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Password Register &amp; 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715768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099816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822960" y="3008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(email reset link)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210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Auth Methods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123944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822960" y="4032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07992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822960" y="4416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SMS OTP Verification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892040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 (fingerprint / Face ID)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Account Management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2715768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630936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236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80760" y="3739896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309360" y="3648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rules: uid-scoped read/write on every collection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4123944"/>
            <a:ext cx="73152" cy="7315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6309360" y="4032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AuthGate wrapper on every protected route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CRUD — Daily Health Logs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addHealthLog()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screen — weight, calories, rest, optional photo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26517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getHealthLogsStream()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StreamBuilder on the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26517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updateHealthLog()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Log screen, pre-filled with existing values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26517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923544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354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deleteHealthLog()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/ icon action from the Dashboard 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Firestore Queries — Insights Screen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pet name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52395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630936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weight range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967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82296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 (asc / desc)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35040" y="56967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630936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avg calories, avg weight, count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AI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(gemini-3.6-flash) — text and vision, same API pattern for both.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/home/claude/pptx_work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Chatbot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 answering questions about a pet's diet, weight trend, or activity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pet's recent health-log context ONCE per session, then reuses it — avoids re-querying Firestore on every message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refresh button to reload context on demand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/home/claude/pptx_work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Calorie Estimator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8803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 upload a photo of pet food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sent directly to Gemini's multimodal API alongside a text prompt — no separate image-classification model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caveated calorie approximation based on portion size &amp; food type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distinct enhancements beyond core requirements, each addressing a real usability gap.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/home/claude/pptx_work/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Duolingo-style daily reminder if a log hasn't been made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434840" y="192024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/home/claude/pptx_work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57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Gallery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 across Calendar, Daily Log &amp; Food Estimator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092440" y="192024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/home/claude/pptx_work/qr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057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9244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mobile_scanner — real camera-based barcode/QR reading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/home/claude/pptx_work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connectivity_plus banner warns when logs can't sync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062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Shape 19"/>
          <p:cNvSpPr/>
          <p:nvPr/>
        </p:nvSpPr>
        <p:spPr>
          <a:xfrm>
            <a:off x="4434840" y="416052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6" name="Image 4" descr="/home/claude/pptx_work/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976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Map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Able to see nearby vets</a:t>
            </a:r>
          </a:p>
        </p:txBody>
      </p:sp>
      <p:sp>
        <p:nvSpPr>
          <p:cNvPr id="29" name="Shape 22"/>
          <p:cNvSpPr/>
          <p:nvPr/>
        </p:nvSpPr>
        <p:spPr>
          <a:xfrm>
            <a:off x="786384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Shape 23"/>
          <p:cNvSpPr/>
          <p:nvPr/>
        </p:nvSpPr>
        <p:spPr>
          <a:xfrm>
            <a:off x="8092440" y="416052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1" name="Image 5" descr="/home/claude/pptx_work/sh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29768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09244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share_plus opens the native share sheet with real photos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3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 QR Payment Gateway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integration with the OPENAPIPASS sandbox — not a simulated placeholder.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real dynamic QR (Base64 PNG) + transaction reference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69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S2SWebhookAPI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8775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SSE stream listens for real-time payment status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2826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3009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polling fallback if the SSE stream times 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14216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400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995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 Write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40142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payment (code 00) recorded as a real transaction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8869680" cy="1234440"/>
          </a:xfrm>
          <a:prstGeom prst="roundRect">
            <a:avLst>
              <a:gd name="adj" fmla="val 7407"/>
            </a:avLst>
          </a:prstGeom>
          <a:solidFill>
            <a:srgbClr val="4A3F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the NETS TWallet simulator app (Environment: UAT, Source of Fund: DBS) on an Android emulator with real camera passthrough.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Personalisation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476756" y="2011680"/>
            <a:ext cx="658368" cy="658368"/>
          </a:xfrm>
          <a:prstGeom prst="ellipse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5" name="Image 0" descr="/home/claude/pptx_work/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16712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/ terracotta / teal / mustard palette, applied consistently across every screen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7373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4174236" y="2011680"/>
            <a:ext cx="658368" cy="658368"/>
          </a:xfrm>
          <a:prstGeom prst="ellipse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0" name="Image 1" descr="/home/claude/pptx_work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21671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App Icon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3474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paw + heart launcher icon, generated via flutter_launcher_icons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0" y="17373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Shape 10"/>
          <p:cNvSpPr/>
          <p:nvPr/>
        </p:nvSpPr>
        <p:spPr>
          <a:xfrm>
            <a:off x="6871716" y="2011680"/>
            <a:ext cx="658368" cy="658368"/>
          </a:xfrm>
          <a:prstGeom prst="ellipse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5" name="Image 2" descr="/home/claude/pptx_work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164" y="216712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76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Splash Screen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26480" y="3474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cold-start splash via flutter_native_splash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641080" y="17373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Shape 14"/>
          <p:cNvSpPr/>
          <p:nvPr/>
        </p:nvSpPr>
        <p:spPr>
          <a:xfrm>
            <a:off x="9569196" y="2011680"/>
            <a:ext cx="658368" cy="658368"/>
          </a:xfrm>
          <a:prstGeom prst="ellipse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0" name="Image 3" descr="/home/claude/pptx_work/user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44" y="21671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823960" y="3474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Riverpod-managed theme switch, persisted with SharedPreferences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51206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quality: organized lib/ structure (models, screens, services, providers, widgets), clean builds on both Android emulator and web.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C9695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Demonstration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6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of PawPulse — authentication, CRUD, applied AI, and every additional feature — in under 5 minutes.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A8493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YouTube Link: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[https://youtu.be/QgeGI2tUA4c]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6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set the video to "Unlisted" or "Public" (not Private) so your tutor can access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3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288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Yum Yi Heng  ·  2503568D  ·  TC19 / PC21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Ethan Yum</cp:lastModifiedBy>
  <cp:revision>4</cp:revision>
  <dcterms:created xsi:type="dcterms:W3CDTF">2026-08-09T23:46:06Z</dcterms:created>
  <dcterms:modified xsi:type="dcterms:W3CDTF">2026-08-10T00:55:03Z</dcterms:modified>
</cp:coreProperties>
</file>